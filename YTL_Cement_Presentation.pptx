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state shows manual processes in RED with significant cost and risk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state shows automated processes in GREEN with MVP modules providing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of fragmented legacy systems vs integrated S/4HANA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critical gaps addressed by MVP modules with 10-16 month payback period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End-to-end data flow from plant to marketing with MVP intelligence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Synchronous, asynchronous, and API integrations with SLA specifications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technology stack from application layer to infrastructure deployment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(Weeks 1-12) Foundation &amp; Quick Wins, Phase 2 (Weeks 13-18)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organization with 46 plant users + 3 marketing users in Phase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investment $810K-1,140K with $722K-1.2M annual benefit, 10-16 month payback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YTL Cement - SAP S/4HANA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Case &amp; Technical Architecture</a:t>
            </a:r>
          </a:p>
          <a:p>
            <a:r>
              <a:t>Generated with PlantUML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Business Capability Map - Current State (AS-IS)</a:t>
            </a:r>
          </a:p>
        </p:txBody>
      </p:sp>
      <p:pic>
        <p:nvPicPr>
          <p:cNvPr id="3" name="Picture 2" descr="YTL_Capability_Map_AS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18440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Business Capability Map - Target State (TO-BE)</a:t>
            </a:r>
          </a:p>
        </p:txBody>
      </p:sp>
      <p:pic>
        <p:nvPicPr>
          <p:cNvPr id="3" name="Picture 2" descr="YTL_Capability_Map_TO_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92545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Application Landscape - AS-IS vs TO-BE</a:t>
            </a:r>
          </a:p>
        </p:txBody>
      </p:sp>
      <p:pic>
        <p:nvPicPr>
          <p:cNvPr id="3" name="Picture 2" descr="YTL_Application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8051781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Gap Analysis - 5 Major Gaps &amp; Solutions</a:t>
            </a:r>
          </a:p>
        </p:txBody>
      </p:sp>
      <p:pic>
        <p:nvPicPr>
          <p:cNvPr id="3" name="Picture 2" descr="YTL_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2408271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Data Flow Architecture</a:t>
            </a:r>
          </a:p>
        </p:txBody>
      </p:sp>
      <p:pic>
        <p:nvPicPr>
          <p:cNvPr id="3" name="Picture 2" descr="YTL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2998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Integration Architecture - Middleware &amp; APIs</a:t>
            </a:r>
          </a:p>
        </p:txBody>
      </p:sp>
      <p:pic>
        <p:nvPicPr>
          <p:cNvPr id="3" name="Picture 2" descr="YTL_Integr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897461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Technology Stack &amp; Infrastructure</a:t>
            </a:r>
          </a:p>
        </p:txBody>
      </p:sp>
      <p:pic>
        <p:nvPicPr>
          <p:cNvPr id="3" name="Picture 2" descr="YTL_Technolog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6565797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Implementation Roadmap - 18 Week Phased Approach</a:t>
            </a:r>
          </a:p>
        </p:txBody>
      </p:sp>
      <p:pic>
        <p:nvPicPr>
          <p:cNvPr id="3" name="Picture 2" descr="YTL_Implementation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7112386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Organization Structure &amp; Stakeholder Matrix</a:t>
            </a:r>
          </a:p>
        </p:txBody>
      </p:sp>
      <p:pic>
        <p:nvPicPr>
          <p:cNvPr id="3" name="Picture 2" descr="YTL_Organizational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907254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ROI &amp; Annual Business Value</a:t>
            </a:r>
          </a:p>
        </p:txBody>
      </p:sp>
      <p:pic>
        <p:nvPicPr>
          <p:cNvPr id="3" name="Picture 2" descr="YTL_ROI_Business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4874456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